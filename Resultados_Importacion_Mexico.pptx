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r>
              <a:t>Distribución del importe por categoría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Importe (USD)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s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Alimentos</c:v>
                </c:pt>
                <c:pt idx="1">
                  <c:v>Bebidas</c:v>
                </c:pt>
                <c:pt idx="2">
                  <c:v>Limpieza</c:v>
                </c:pt>
                <c:pt idx="3">
                  <c:v>Hogar</c:v>
                </c:pt>
                <c:pt idx="4">
                  <c:v>Oficina</c:v>
                </c:pt>
                <c:pt idx="5">
                  <c:v>Tecnología</c:v>
                </c:pt>
                <c:pt idx="6">
                  <c:v>Accesorios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9464</c:v>
                </c:pt>
                <c:pt idx="1">
                  <c:v>2661.75</c:v>
                </c:pt>
                <c:pt idx="2">
                  <c:v>3438.5</c:v>
                </c:pt>
                <c:pt idx="3">
                  <c:v>4945.5</c:v>
                </c:pt>
                <c:pt idx="4">
                  <c:v>3803.5</c:v>
                </c:pt>
                <c:pt idx="5">
                  <c:v>6403.75</c:v>
                </c:pt>
                <c:pt idx="6">
                  <c:v>9642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F8-4732-9D89-5D0461AE165D}"/>
            </c:ext>
          </c:extLst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overlay val="1"/>
      <c:txPr>
        <a:bodyPr/>
        <a:lstStyle/>
        <a:p>
          <a:pPr>
            <a:defRPr sz="1000"/>
          </a:pPr>
          <a:endParaRPr lang="es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NicaTrade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Microproyecto: Gestión Digital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0149840" cy="165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000" b="1"/>
            </a:pPr>
            <a:r>
              <a:rPr dirty="0" err="1"/>
              <a:t>Operación</a:t>
            </a:r>
            <a:r>
              <a:rPr dirty="0"/>
              <a:t> de </a:t>
            </a:r>
            <a:r>
              <a:rPr dirty="0" err="1"/>
              <a:t>importación</a:t>
            </a:r>
            <a:endParaRPr dirty="0"/>
          </a:p>
          <a:p>
            <a:pPr algn="ctr">
              <a:spcAft>
                <a:spcPts val="1400"/>
              </a:spcAft>
              <a:defRPr sz="3000" b="1"/>
            </a:pPr>
            <a:r>
              <a:rPr dirty="0"/>
              <a:t>México → Nicaragua</a:t>
            </a:r>
          </a:p>
          <a:p>
            <a:pPr algn="ctr">
              <a:spcAft>
                <a:spcPts val="1400"/>
              </a:spcAft>
              <a:defRPr sz="1800" b="0"/>
            </a:pPr>
            <a:r>
              <a:rPr dirty="0" err="1"/>
              <a:t>Integrantes</a:t>
            </a:r>
            <a:r>
              <a:rPr dirty="0"/>
              <a:t>: </a:t>
            </a:r>
            <a:r>
              <a:rPr lang="es-US" dirty="0"/>
              <a:t>Luciano Marcelo Quintana Palacios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Empresa y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Información base del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Empresa nicaragüense dedicada a importación y exportación de productos alimenticios y de consumo.</a:t>
            </a:r>
          </a:p>
          <a:p>
            <a:pPr>
              <a:spcAft>
                <a:spcPts val="1200"/>
              </a:spcAft>
              <a:defRPr sz="2000"/>
            </a:pPr>
            <a:r>
              <a:t>Operación analizada: importación internacional desde México hacia Nicaragua.</a:t>
            </a:r>
          </a:p>
          <a:p>
            <a:pPr>
              <a:spcAft>
                <a:spcPts val="1200"/>
              </a:spcAft>
              <a:defRPr sz="2000"/>
            </a:pPr>
            <a:r>
              <a:t>Base de datos: 50 productos en 7 categorías.</a:t>
            </a:r>
          </a:p>
          <a:p>
            <a:pPr>
              <a:spcAft>
                <a:spcPts val="1200"/>
              </a:spcAft>
              <a:defRPr sz="2000"/>
            </a:pPr>
            <a:r>
              <a:t>Categorías: Alimentos, Bebidas, Limpieza, Hogar, Oficina, Tecnología y Accesorios.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Resultados del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Cifras obtenidas del archivo de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Total de la operación: US$40,359.00</a:t>
            </a:r>
          </a:p>
          <a:p>
            <a:pPr>
              <a:spcAft>
                <a:spcPts val="1200"/>
              </a:spcAft>
              <a:defRPr sz="1800"/>
            </a:pPr>
            <a:r>
              <a:t>Producto con mayor importe: Mochilas (US$1,912.50)</a:t>
            </a:r>
          </a:p>
          <a:p>
            <a:pPr>
              <a:spcAft>
                <a:spcPts val="1200"/>
              </a:spcAft>
              <a:defRPr sz="1800"/>
            </a:pPr>
            <a:r>
              <a:t>Precio promedio: US$7.742</a:t>
            </a:r>
          </a:p>
          <a:p>
            <a:pPr>
              <a:spcAft>
                <a:spcPts val="1200"/>
              </a:spcAft>
              <a:defRPr sz="1800"/>
            </a:pPr>
            <a:r>
              <a:t>Productos registrados: 50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141732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Gestión digital de la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El importe total analizado asciende a US$40,359.00; Mochilas registra el mayor importe individual.</a:t>
            </a:r>
          </a:p>
          <a:p>
            <a:pPr>
              <a:spcAft>
                <a:spcPts val="1200"/>
              </a:spcAft>
              <a:defRPr sz="1900"/>
            </a:pPr>
            <a:r>
              <a:t>El análisis previo permite conocer el valor de la operación, comparar productos y detectar información relevante para la toma de decisiones.</a:t>
            </a:r>
          </a:p>
          <a:p>
            <a:pPr>
              <a:spcAft>
                <a:spcPts val="1200"/>
              </a:spcAft>
              <a:defRPr sz="1900"/>
            </a:pPr>
            <a:r>
              <a:t>Organizar digitalmente los archivos reduce duplicidad, facilita la búsqueda y permite compartir información de forma ordenada.</a:t>
            </a:r>
          </a:p>
          <a:p>
            <a:pPr>
              <a:spcAft>
                <a:spcPts val="1200"/>
              </a:spcAft>
              <a:defRPr sz="1900"/>
            </a:pPr>
            <a:r>
              <a:t>Excel, Word, PowerPoint, Google Drive y GitHub pueden integrarse dentro de un mismo proceso de gestión de información.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Panorámica</PresentationFormat>
  <Paragraphs>24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Marcelo</cp:lastModifiedBy>
  <cp:revision>2</cp:revision>
  <dcterms:created xsi:type="dcterms:W3CDTF">2013-01-27T09:14:16Z</dcterms:created>
  <dcterms:modified xsi:type="dcterms:W3CDTF">2026-09-27T23:45:21Z</dcterms:modified>
  <cp:category/>
</cp:coreProperties>
</file>